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d554d913aa4a5d" /><Relationship Type="http://schemas.openxmlformats.org/officeDocument/2006/relationships/extended-properties" Target="/docProps/app.xml" Id="R0d91b9a51e8d4f0a" /><Relationship Type="http://schemas.openxmlformats.org/officeDocument/2006/relationships/officeDocument" Target="/ppt/presentation.xml" Id="R574cd1d62e57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86f7c0e6cf4d79"/>
  </p:sldMasterIdLst>
  <p:notesMasterIdLst>
    <p:notesMasterId xmlns:r="http://schemas.openxmlformats.org/officeDocument/2006/relationships" r:id="R260ad2a4f3fa4591"/>
  </p:notesMasterIdLst>
  <p:sldIdLst>
    <p:sldId xmlns:r="http://schemas.openxmlformats.org/officeDocument/2006/relationships" id="256" r:id="Re8874e724dec4d50"/>
    <p:sldId xmlns:r="http://schemas.openxmlformats.org/officeDocument/2006/relationships" id="257" r:id="R0ea6164df33343de"/>
    <p:sldId xmlns:r="http://schemas.openxmlformats.org/officeDocument/2006/relationships" id="258" r:id="R8c2827324ae34fcb"/>
    <p:sldId xmlns:r="http://schemas.openxmlformats.org/officeDocument/2006/relationships" id="259" r:id="R09360b3dc8d948ea"/>
    <p:sldId xmlns:r="http://schemas.openxmlformats.org/officeDocument/2006/relationships" id="260" r:id="Ree8094f3e0184e49"/>
    <p:sldId xmlns:r="http://schemas.openxmlformats.org/officeDocument/2006/relationships" id="261" r:id="R885f388c1c38431c"/>
    <p:sldId xmlns:r="http://schemas.openxmlformats.org/officeDocument/2006/relationships" id="262" r:id="Rf6b67be4c3054f5e"/>
    <p:sldId xmlns:r="http://schemas.openxmlformats.org/officeDocument/2006/relationships" id="263" r:id="R1ab518e30e894893"/>
    <p:sldId xmlns:r="http://schemas.openxmlformats.org/officeDocument/2006/relationships" id="264" r:id="Rf6ff2a49fd9b4952"/>
    <p:sldId xmlns:r="http://schemas.openxmlformats.org/officeDocument/2006/relationships" id="265" r:id="Raa7b4f13a3d144fe"/>
    <p:sldId xmlns:r="http://schemas.openxmlformats.org/officeDocument/2006/relationships" id="266" r:id="R36f98403e84243b0"/>
    <p:sldId xmlns:r="http://schemas.openxmlformats.org/officeDocument/2006/relationships" id="267" r:id="Rd9aa7c67ad7a4f72"/>
    <p:sldId xmlns:r="http://schemas.openxmlformats.org/officeDocument/2006/relationships" id="268" r:id="R7b41be73229340c3"/>
    <p:sldId xmlns:r="http://schemas.openxmlformats.org/officeDocument/2006/relationships" id="269" r:id="Rb90a25ea5ef5487f"/>
    <p:sldId xmlns:r="http://schemas.openxmlformats.org/officeDocument/2006/relationships" id="270" r:id="R63b9a4579d754b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bf7dda56bb4747" /><Relationship Type="http://schemas.openxmlformats.org/officeDocument/2006/relationships/slideMaster" Target="/ppt/slideMasters/slideMaster1.xml" Id="Re786f7c0e6cf4d79" /><Relationship Type="http://schemas.openxmlformats.org/officeDocument/2006/relationships/notesMaster" Target="/ppt/notesMasters/notesMaster1.xml" Id="R260ad2a4f3fa4591" /><Relationship Type="http://schemas.openxmlformats.org/officeDocument/2006/relationships/presProps" Target="/ppt/presProps.xml" Id="R09a4724c53b24db7" /><Relationship Type="http://schemas.openxmlformats.org/officeDocument/2006/relationships/tableStyles" Target="/ppt/tableStyles.xml" Id="R1c7a363b8614434b" /><Relationship Type="http://schemas.openxmlformats.org/officeDocument/2006/relationships/slide" Target="/ppt/slides/slide1.xml" Id="Re8874e724dec4d50" /><Relationship Type="http://schemas.openxmlformats.org/officeDocument/2006/relationships/slide" Target="/ppt/slides/slide2.xml" Id="R0ea6164df33343de" /><Relationship Type="http://schemas.openxmlformats.org/officeDocument/2006/relationships/slide" Target="/ppt/slides/slide3.xml" Id="R8c2827324ae34fcb" /><Relationship Type="http://schemas.openxmlformats.org/officeDocument/2006/relationships/slide" Target="/ppt/slides/slide4.xml" Id="R09360b3dc8d948ea" /><Relationship Type="http://schemas.openxmlformats.org/officeDocument/2006/relationships/slide" Target="/ppt/slides/slide5.xml" Id="Ree8094f3e0184e49" /><Relationship Type="http://schemas.openxmlformats.org/officeDocument/2006/relationships/slide" Target="/ppt/slides/slide6.xml" Id="R885f388c1c38431c" /><Relationship Type="http://schemas.openxmlformats.org/officeDocument/2006/relationships/slide" Target="/ppt/slides/slide7.xml" Id="Rf6b67be4c3054f5e" /><Relationship Type="http://schemas.openxmlformats.org/officeDocument/2006/relationships/slide" Target="/ppt/slides/slide8.xml" Id="R1ab518e30e894893" /><Relationship Type="http://schemas.openxmlformats.org/officeDocument/2006/relationships/slide" Target="/ppt/slides/slide9.xml" Id="Rf6ff2a49fd9b4952" /><Relationship Type="http://schemas.openxmlformats.org/officeDocument/2006/relationships/slide" Target="/ppt/slides/slide10.xml" Id="Raa7b4f13a3d144fe" /><Relationship Type="http://schemas.openxmlformats.org/officeDocument/2006/relationships/slide" Target="/ppt/slides/slide11.xml" Id="R36f98403e84243b0" /><Relationship Type="http://schemas.openxmlformats.org/officeDocument/2006/relationships/slide" Target="/ppt/slides/slide12.xml" Id="Rd9aa7c67ad7a4f72" /><Relationship Type="http://schemas.openxmlformats.org/officeDocument/2006/relationships/slide" Target="/ppt/slides/slide13.xml" Id="R7b41be73229340c3" /><Relationship Type="http://schemas.openxmlformats.org/officeDocument/2006/relationships/slide" Target="/ppt/slides/slide14.xml" Id="Rb90a25ea5ef5487f" /><Relationship Type="http://schemas.openxmlformats.org/officeDocument/2006/relationships/slide" Target="/ppt/slides/slide15.xml" Id="R63b9a4579d754b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a7990aafd345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fd9c08f6ec4590" /><Relationship Type="http://schemas.openxmlformats.org/officeDocument/2006/relationships/notesMaster" Target="/ppt/notesMasters/notesMaster1.xml" Id="R5684fcd53789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6da4624d544c5a" /><Relationship Type="http://schemas.openxmlformats.org/officeDocument/2006/relationships/notesMaster" Target="/ppt/notesMasters/notesMaster1.xml" Id="R32aa0cbdd82848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858d15db64e39" /><Relationship Type="http://schemas.openxmlformats.org/officeDocument/2006/relationships/notesMaster" Target="/ppt/notesMasters/notesMaster1.xml" Id="R5afc3b5f2b3d4e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fca4450d8e4f23" /><Relationship Type="http://schemas.openxmlformats.org/officeDocument/2006/relationships/notesMaster" Target="/ppt/notesMasters/notesMaster1.xml" Id="Rbac46d811c4345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da380f44ff42a2" /><Relationship Type="http://schemas.openxmlformats.org/officeDocument/2006/relationships/notesMaster" Target="/ppt/notesMasters/notesMaster1.xml" Id="Re4c54b74029046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54af9bdfbb4864" /><Relationship Type="http://schemas.openxmlformats.org/officeDocument/2006/relationships/notesMaster" Target="/ppt/notesMasters/notesMaster1.xml" Id="R94b9f130931344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71a786a0e94be0" /><Relationship Type="http://schemas.openxmlformats.org/officeDocument/2006/relationships/notesMaster" Target="/ppt/notesMasters/notesMaster1.xml" Id="R964ed423e4154f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abf0a3d4624486" /><Relationship Type="http://schemas.openxmlformats.org/officeDocument/2006/relationships/notesMaster" Target="/ppt/notesMasters/notesMaster1.xml" Id="R6b4d6bd8cf1c41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c719d24bfc4984" /><Relationship Type="http://schemas.openxmlformats.org/officeDocument/2006/relationships/notesMaster" Target="/ppt/notesMasters/notesMaster1.xml" Id="Rd9de5a25745b44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5a7982f2344fbd" /><Relationship Type="http://schemas.openxmlformats.org/officeDocument/2006/relationships/notesMaster" Target="/ppt/notesMasters/notesMaster1.xml" Id="R6d9778944cfc4e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499b151fde44ec" /><Relationship Type="http://schemas.openxmlformats.org/officeDocument/2006/relationships/notesMaster" Target="/ppt/notesMasters/notesMaster1.xml" Id="R6d8ce7e42e2b4a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1093e2a203420e" /><Relationship Type="http://schemas.openxmlformats.org/officeDocument/2006/relationships/notesMaster" Target="/ppt/notesMasters/notesMaster1.xml" Id="Rce89c958cadc42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c24d1eccc6425f" /><Relationship Type="http://schemas.openxmlformats.org/officeDocument/2006/relationships/notesMaster" Target="/ppt/notesMasters/notesMaster1.xml" Id="R1baff8677dda45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21d3c67a8a4f3f" /><Relationship Type="http://schemas.openxmlformats.org/officeDocument/2006/relationships/notesMaster" Target="/ppt/notesMasters/notesMaster1.xml" Id="R86c49d449cd144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0623129e0c4a1f" /><Relationship Type="http://schemas.openxmlformats.org/officeDocument/2006/relationships/notesMaster" Target="/ppt/notesMasters/notesMaster1.xml" Id="Rb8bb3137ae6442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focused review layer for public cybersecurity intelligence. Emphasize that the product organizes evidence around the user's technology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in plain language before discussing technical architecture. Each stage maps to a visible user action in the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shared demonstration login controls access. A long-lived browser workspace cookie isolates configurations, while the authentication cookie is session-only.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key control is that changing the scope requires a new scan, preventing old and new results from being silently mixed.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to orient the audience. The dashboard does not declare a system vulnerable; it displays relevant published findings for analyst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Technically, FastAPI coordinates collectors, matching aliases, scoring, persistence, and output APIs. The collector safety wrapper prevents one source exception from leaving a scan stuck.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a zero-day intelligence scan from endpoint or network scanning. The application reports explicit signal counts and live source coverage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human validation checkpoint. Severity alone is not enough; environment exposure and primary-source confirmation determine actual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review drawer keeps the source URL and CVE visible. The AI quick summary is secondary and explicitly disclosed as potentially incorrect.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email format is intentionally concise. Provider credentials remain server-side; Zoho Mail API or SMTP performs delivery when configured.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application uses an open model through Ollama when available and falls back to deterministic guidance when the provider is unavailable. Never use AI output as the sole remediation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owns the user experience and browser-specific setup backup. FastAPI handles authorization and APIs. Python services analyze content. SQLite stores workspace-scoped server records; secrets are injected as environment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controlled demo access model, not enterprise identity management. Browser isolation prevents setup changes from propagating across machines, but users still share one login credential.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About page is now both onboarding and governance documentation. It avoids presenting the tool as a direct vulnerability scanner and provides this presentation for offline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operating discipline: focused scope, transparent coverage, human validation, and concise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 ThreatLens local application and repository (accessed 2026-08-16)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822adb49549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10e56ffc9e4cb6" /><Relationship Type="http://schemas.openxmlformats.org/officeDocument/2006/relationships/slideLayout" Target="/ppt/slideLayouts/slideLayout1.xml" Id="R96e4c1f349384a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e4c1f349384a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1007fcadc4edf" /><Relationship Type="http://schemas.openxmlformats.org/officeDocument/2006/relationships/image" Target="/ppt/media/image.jpeg" Id="R075ae89260724904" /><Relationship Type="http://schemas.openxmlformats.org/officeDocument/2006/relationships/notesSlide" Target="/ppt/notesSlides/notesSlide1.xml" Id="Rcdd8d0088bde4d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1ab167f8c44fa" /><Relationship Type="http://schemas.openxmlformats.org/officeDocument/2006/relationships/notesSlide" Target="/ppt/notesSlides/notesSlide2.xml" Id="Rc60f5f2417ff44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23876a96d4cf2" /><Relationship Type="http://schemas.openxmlformats.org/officeDocument/2006/relationships/image" Target="/ppt/media/image2.jpeg" Id="Re712ce78efd342dd" /><Relationship Type="http://schemas.openxmlformats.org/officeDocument/2006/relationships/notesSlide" Target="/ppt/notesSlides/notesSlide3.xml" Id="R11932313999f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ea77718534151" /><Relationship Type="http://schemas.openxmlformats.org/officeDocument/2006/relationships/notesSlide" Target="/ppt/notesSlides/notesSlide4.xml" Id="Re270a340e4eb48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4c53779b44ed1" /><Relationship Type="http://schemas.openxmlformats.org/officeDocument/2006/relationships/image" Target="/ppt/media/image3.jpeg" Id="Rc50eae747a7e45bc" /><Relationship Type="http://schemas.openxmlformats.org/officeDocument/2006/relationships/notesSlide" Target="/ppt/notesSlides/notesSlide5.xml" Id="R210da8999aab4e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bb46574654b04" /><Relationship Type="http://schemas.openxmlformats.org/officeDocument/2006/relationships/notesSlide" Target="/ppt/notesSlides/notesSlide6.xml" Id="R63915d52afbc43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5ce6b694745b5" /><Relationship Type="http://schemas.openxmlformats.org/officeDocument/2006/relationships/image" Target="/ppt/media/image4.jpeg" Id="R6491e759e8774364" /><Relationship Type="http://schemas.openxmlformats.org/officeDocument/2006/relationships/notesSlide" Target="/ppt/notesSlides/notesSlide7.xml" Id="R41908be7f80c41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25eb82d8e4a34" /><Relationship Type="http://schemas.openxmlformats.org/officeDocument/2006/relationships/notesSlide" Target="/ppt/notesSlides/notesSlide8.xml" Id="Rc26f2ac4792045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661f1b96047f9" /><Relationship Type="http://schemas.openxmlformats.org/officeDocument/2006/relationships/image" Target="/ppt/media/image5.jpeg" Id="R516d50243d434ea7" /><Relationship Type="http://schemas.openxmlformats.org/officeDocument/2006/relationships/notesSlide" Target="/ppt/notesSlides/notesSlide9.xml" Id="R794ed08f5c1c47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9bb89d9424c4c" /><Relationship Type="http://schemas.openxmlformats.org/officeDocument/2006/relationships/notesSlide" Target="/ppt/notesSlides/notesSlide10.xml" Id="R0796a8b3120b48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4c1bf9bcf4c00" /><Relationship Type="http://schemas.openxmlformats.org/officeDocument/2006/relationships/notesSlide" Target="/ppt/notesSlides/notesSlide11.xml" Id="R501a167a0fa145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f72adb182460e" /><Relationship Type="http://schemas.openxmlformats.org/officeDocument/2006/relationships/notesSlide" Target="/ppt/notesSlides/notesSlide12.xml" Id="Rf0bab58f983c4f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2fc5c8e2a456d" /><Relationship Type="http://schemas.openxmlformats.org/officeDocument/2006/relationships/notesSlide" Target="/ppt/notesSlides/notesSlide13.xml" Id="Rc7700f396d004f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27bc310b149bd" /><Relationship Type="http://schemas.openxmlformats.org/officeDocument/2006/relationships/image" Target="/ppt/media/image6.jpeg" Id="R08731a0964aa4c03" /><Relationship Type="http://schemas.openxmlformats.org/officeDocument/2006/relationships/notesSlide" Target="/ppt/notesSlides/notesSlide14.xml" Id="R461b097e0f274f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371d73bf24b02" /><Relationship Type="http://schemas.openxmlformats.org/officeDocument/2006/relationships/image" Target="/ppt/media/image.png" Id="R633bf23095f848a3" /><Relationship Type="http://schemas.openxmlformats.org/officeDocument/2006/relationships/notesSlide" Target="/ppt/notesSlides/notesSlide15.xml" Id="Rf9aaea06f04649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8E08B-AD59-4CD0-8E4F-4ED38038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CYBERSECURITY INTELLIGENCE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DE1AF-3774-4280-AF74-0ED042A7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My ThreatLens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9854F-A52B-46BB-ABDD-657D1073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000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64A"/>
                </a:solidFill>
                <a:latin typeface="Aptos"/>
                <a:ea typeface="Aptos"/>
                <a:cs typeface="Aptos"/>
              </a:rPr>
              <a:t>Every security headline.</a:t>
            </a:r>
          </a:p>
          <a:p xmlns:a="http://schemas.openxmlformats.org/drawingml/2006/main">
            <a:pPr algn="l">
              <a:defRPr sz="2250" b="1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64A"/>
                </a:solidFill>
                <a:latin typeface="Aptos"/>
                <a:ea typeface="Aptos"/>
                <a:cs typeface="Aptos"/>
              </a:rPr>
              <a:t>One clear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19A04-4625-4BC2-8379-F4B39E47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A technical and non-technical guide to monitoring, prioritizing, reviewing, and sharing relevant public threat intelligence.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ae89260724904"/>
          <a:srcRect xmlns:a="http://schemas.openxmlformats.org/drawingml/2006/main" l="22561" t="0" r="225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81000"/>
            <a:ext cx="5572125" cy="571500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7C227-321E-42D7-97DE-E71E0573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Developed by Arsen Eliane · Internship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1E1CF-77DC-4D0E-BAB1-A5E22002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055226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61288-15A1-416F-8F3F-42BA0CF2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PRODUCT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8E23B-506C-4A5A-A896-0293868E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One workspace, four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4DB83-BC65-46D2-89EB-C565926A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4D783-4939-4FEF-BB9E-D26FA34B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5381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AC80C-E540-4587-BB56-3E5763FD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A374D-FB65-42E6-918A-45BCC1EA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40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0582C-B90A-4938-A06B-D46A3D0B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Collect matching public advisories and security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F38D5-632A-425D-9C58-D6D0249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5381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8DA2A-204B-4941-A03B-D9D4377B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52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92F6F-A106-4E02-A4D2-57516CE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240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Prioritize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9F8EB-3C9B-4CCD-8CA9-7051CE52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003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Surface severity, exploitation signals, and the biggest current threat.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AE4A1-436F-4C09-B673-A45BAB81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381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0BA12-C9E1-41CF-97D8-02B23519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0828B-3820-42C9-9070-F58D37B7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624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Investigate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881C6-EBD0-4529-8D3B-3D0CCD2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386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Open evidence, CVEs, relevance explanations, and finding-specific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C0480-A092-4E98-A0B1-603A5B25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5381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735B7-7EA1-4116-9B33-7ED53C7B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91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8E67D-1251-4412-ACC8-E2A39090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624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Communicate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A3B34-56BD-413B-8254-E40EE3AA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6386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Email one or many findings or export the filtered view to Excel.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916C0-62F8-47F9-8191-326EC691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21088546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98954-3FF7-4FEC-A955-8A86796B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ACCESS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B9EE0-31AD-4E3C-A8D9-CC38401C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Simple login, independent computers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34147-E736-48E8-AA62-534904BE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2ce78efd342dd"/>
          <a:stretch xmlns:a="http://schemas.openxmlformats.org/drawingml/2006/main"/>
        </p:blipFill>
        <p:spPr>
          <a:xfrm xmlns:a="http://schemas.openxmlformats.org/drawingml/2006/main">
            <a:off x="828675" y="1619250"/>
            <a:ext cx="6019800" cy="4143375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AF3C3-E14E-4383-9365-EB42C6B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4095750" cy="4143375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63E62"/>
          </a:solidFill>
          <a:ln xmlns:a="http://schemas.openxmlformats.org/drawingml/2006/main" w="9525">
            <a:solidFill>
              <a:srgbClr val="063E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8FF64-CFE4-4018-8F02-3B02F9A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85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happens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6A42E-991E-4B10-9882-B2688CA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955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Browser-session 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29196-9D73-41F0-AC5E-05E99EBA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194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The user signs in again after closing and reopening the browser.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35874-4DDF-457A-93BF-39830F3D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242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Separate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954C4-1BE9-4E65-836E-4A24436C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481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Each browser receives an independent identity and setup collection.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4F639-5EC7-45A7-89C5-02F1D6D4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529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Persistent setups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94C14-86B7-43E0-B2C6-59CCD7E5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768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Setup configuration remains saved for that browser; results and chat stay temporary.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CB99D-77B0-4248-A341-3641B95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2763906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D7D5D-F0CB-4E68-BDCF-E2F55830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5A5A6-EF8F-4B8A-88D4-CEBEC4E6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From scope to supervisor-ready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1DD3D-F089-491E-8EB7-EAB40423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876300" y="293370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86A17-7887-43D0-B5A3-FB556940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D7446-956D-4780-9D1D-4A84347B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 ·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58FD6-A147-4730-AD29-0BF17366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Choose relevance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81C03-3565-4C29-838F-2430D1A6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Technologies, keywords, sources, and 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FE647-351C-4F1F-AD47-8D183F8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3C748-4DD8-4529-8777-D461E023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52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 ·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94B54-C891-4FF4-B1B4-390E803D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623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Collect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AFBB6-C48D-49B0-A065-DC3B4FE1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Normal or focused zero-day intelligence scan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91549-8641-4DBC-A125-35F26173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72DA4-5274-43BD-AA9C-04B3245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52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 ·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0CD1E-A2BD-448D-B337-751BF57E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623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Validate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6153E-0B54-44DD-912D-482C6639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81425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Severity, CVE, source, exploit status, AI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F91CD-599E-46E1-9126-D7C9C09B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3810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D4C77-A70A-48D0-B02C-2759FF39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52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 · SHARE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57331-5430-4CC3-B835-D6C9505C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623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Communicate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BA642-C320-45C8-A6FF-63B07FC3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81425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Single finding, selected findings, filtered email, or Excel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B11CB-4BC0-4B69-B59A-541D1456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5962484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7452C-DC6D-4FE3-978B-7AB1F1A2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80DA9-87FB-49E0-96AE-5AB6C4AB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A scoped view of what deserves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692A9-DA51-405D-80A6-0E327890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eae747a7e45bc"/>
          <a:srcRect xmlns:a="http://schemas.openxmlformats.org/drawingml/2006/main" l="2697" t="0" r="26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04950"/>
            <a:ext cx="7524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A85F0-5980-4E07-B252-ABECE46C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24000"/>
            <a:ext cx="31908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D3CCB-39EA-4AE1-B187-09DA0D49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69545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Scope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849BA-D827-4B04-BA03-36914244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57400"/>
            <a:ext cx="266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Technology, keywords, source, and date-range choices.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84622-3E07-4BBC-8AA3-E0780E61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90850"/>
            <a:ext cx="31908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7CC86-8EB9-49A6-B2C4-F94033EC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16230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Biggest threat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B58FB-76A9-40FF-B6DB-1745BE84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24250"/>
            <a:ext cx="266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The highest-priority result with a one-click email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406C2-2F8D-45DC-A913-EAE30A25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7700"/>
            <a:ext cx="31908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39737-8393-4423-AC2E-40E538C7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62915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Findings 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F9D2C-3B78-4776-B2BC-20705F91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91100"/>
            <a:ext cx="266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Filterable evidence with CVE, source, AI relevance, and review 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1ED67-B516-46C0-9ECB-05BDFA04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7442404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DBD46-F455-44A0-9F9F-F02B5685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TECHNICAL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F6AA4-D2EE-41AE-B1A3-B4D4A72E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How a scan becomes a 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BF497-94E7-4C03-B06C-517BBB93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84F3D-CE45-45FF-8B38-81A497F8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33625"/>
            <a:ext cx="1695450" cy="17335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5A0FA-5954-40E5-8123-AABFB95C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F9845-DABD-4E6A-B1CA-63CDFE51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Saved setup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7D90C-7B6A-42A2-8F97-A22295DB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099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683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B932C-361E-4929-9099-225035D3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1695450" cy="17335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46E15-B56F-48E9-BD36-ECF751E1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241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6F9EB-E8B6-4DE2-A0A6-3EB10D6F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Approved public feeds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1EE6A-27B4-4B7F-BC5F-636AC378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099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683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F0A0B-5589-49B0-9C39-59FB7073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335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55A4C-D3C1-4C1E-96AB-7F546D6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241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FE940-57AA-4FB0-80D8-02A09CED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Title, text, CVEs, 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4DD11-7A0C-474B-9F02-6CAB2466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683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4579E-9088-4277-B645-64E3BA63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1695450" cy="17335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CE7AA-8745-4AB5-AAE0-76889912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0EDBD-5AFD-4DBE-8ACD-D97F7436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90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Technology + keyword aliases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D9AA4-BA81-4106-86CF-EF8C73D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683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786DD-0BDD-4C4C-879C-4DA305CE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1695450" cy="17335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AE17C-EED5-4DE2-91F4-541200EE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PRIORITIZE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A6A7E-486F-47E5-BB7C-7C5CCE9C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Severity, KEV, exploitation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18034-345E-4017-9A25-CAA30846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24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683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297DF-D8C0-4108-9CF9-CB384C12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33625"/>
            <a:ext cx="1695450" cy="17335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28FAE-FEA6-4D6D-95BD-D99B73EA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241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CA2F7-27CF-4EEF-B53B-AC3A9D77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527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Dashboard, email, Excel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B9CE9-5214-40AE-AED7-A421BDE5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86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64A"/>
                </a:solidFill>
                <a:latin typeface="Aptos"/>
                <a:ea typeface="Aptos"/>
                <a:cs typeface="Aptos"/>
              </a:rPr>
              <a:t>Collector failures are isolated. Results report which sources answered, so incomplete coverage is visible.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3E7BE6-8734-4F50-90CB-403B0E81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0941572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06821-096B-482A-BDC4-AFFC1E2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FOCUSED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2A957-B1EC-4C7F-B4F9-499A7516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Zero-day &amp; active-exploitation 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36668-0834-4CC2-B616-F33A1E5B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1e759e8774364"/>
          <a:srcRect xmlns:a="http://schemas.openxmlformats.org/drawingml/2006/main" l="0" t="28227" r="0" b="282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04950"/>
            <a:ext cx="7143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DEEC2-C001-4D42-9365-2D11F34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6004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9525">
            <a:solidFill>
              <a:srgbClr val="F2C4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119F2-A111-43F0-A4E8-202499D9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What it detects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E550-53EB-46D1-A779-B64F7F4A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9908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explicit zero-day mentions</a:t>
            </a:r>
          </a:p>
          <a:p xmlns:a="http://schemas.openxmlformats.org/drawingml/2006/main">
            <a:pPr algn="l">
              <a:defRPr sz="135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active exploitation language</a:t>
            </a:r>
          </a:p>
          <a:p xmlns:a="http://schemas.openxmlformats.org/drawingml/2006/main">
            <a:pPr algn="l">
              <a:defRPr sz="135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CISA KEV signals</a:t>
            </a:r>
          </a:p>
          <a:p xmlns:a="http://schemas.openxmlformats.org/drawingml/2006/main">
            <a:pPr algn="l">
              <a:defRPr sz="135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public proof-of-concept 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67D56-51A6-43E9-B9BA-75B22B6E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6004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63E62"/>
          </a:solidFill>
          <a:ln xmlns:a="http://schemas.openxmlformats.org/drawingml/2006/main" w="9525">
            <a:solidFill>
              <a:srgbClr val="063E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BEB5E-93BC-4818-BA8B-DF4697B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cannot 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81E54-4965-4765-82A5-9F146739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290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It monitors published intelligence. It does not inspect devices or prove whether a specific asset is exposed.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33692-3978-4F47-B543-F41BFE12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3886796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C94CB-B721-4ACC-908B-37A94D88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INTERPRETING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23489-AA2C-4C0A-A092-BC1BD273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Three questions before acting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0F6AC-E6B3-4BE3-9238-B321572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E5B4B-A692-4444-B57B-F390FACD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Treat every finding as a decision-support object. Priority improves when evidence, exposure, and source reliability agree.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42D44-4E2F-454D-9872-94F12AE5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FE6F6-6F32-46C9-81EF-AC6BD670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772A9-C700-4306-8F04-DD8E60D1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Is it relevant?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4CCF-C341-4826-A7F3-217BCD63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Does the affected technology and version exist in the monitored environment?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A6386-4FBA-4AB7-B08D-BF51C71F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2887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544FF-2C2F-418D-BE87-B220AF05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67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9EA78-8E23-4A5C-B43F-A967A15A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813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Is exploitation real?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C5083-6324-4DDE-94C4-3EF43AEA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52875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Look for KEV status, explicit active exploitation, credible vendor evidence, and dates.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B5A40-F9AE-45B7-A62B-3DFF7EA4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2887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72A6A-1086-45C5-A9C1-10B5EB00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044EC-D30C-413B-826C-E1BFDA7D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813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What is the response?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FF839-EFD3-4F7D-B6B5-8F94E4F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52875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Validate impact, follow vendor guidance, document ownership, and track remediation.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2C267-05C5-40AA-A7B7-C8AB37CC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21376030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13FDF-4518-4B86-AC2E-16D2061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EEDC6-1DE9-4BBB-9DEB-CB836E97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One finding becomes an evidence packet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356F6-CED6-4373-BBA5-D44167A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d50243d434ea7"/>
          <a:stretch xmlns:a="http://schemas.openxmlformats.org/drawingml/2006/main"/>
        </p:blipFill>
        <p:spPr>
          <a:xfrm xmlns:a="http://schemas.openxmlformats.org/drawingml/2006/main">
            <a:off x="552450" y="1813327"/>
            <a:ext cx="6858000" cy="3859997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5C154-2BBE-4A98-9DCF-E5E819E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95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Evidence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593DE-620D-486E-8020-2469CAF5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193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Title, affected technology, publication time, source link, CVE, severity basis.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6610F-DA74-4F64-A256-45FF5DE5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48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Action in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C9E92-DAC6-4D5F-8426-E57C1F9F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718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Email this threat alone when it is the only item a supervisor needs.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6560E-BB83-4D6F-BA8A-16D1AFF2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005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AI as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326AD-2D55-4FCC-86A1-25C92C74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244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Ask about impact or next steps, then verify the answer against primary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7CE3A-13DA-40C8-9261-C0C11E96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9042702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62246-7040-4993-B09C-A232763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COMMUNICATION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39605-1B0B-4869-8D38-0F8B888B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Send only what the recipient needs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3814D-4A61-4F9C-A29D-7EBB5940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7AB60-9DD1-4DBC-8BC1-9C72F970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6675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4EBDD-3B7C-4191-8E98-40766081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FA014-FC4D-480D-95A2-3F5575D6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14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Email a single threat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0C2F3-6C38-42BA-9AE6-17CBB59E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240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Best for an urgent escalation.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3D221-4BD3-44AC-A853-1DC31388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6675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C7C0D-53F5-4E07-BDE2-F7CA4194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SELECTED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9CB34-CA58-4875-B3A3-75281174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Email checked threats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69ABD-C001-4C5E-B6D5-56588192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908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Best for a short, curated briefing.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C7914-858C-4C3B-9C39-5E81E01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66675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79952-A4EE-4587-81B9-00B4085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FILTERED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1CB95-88E2-4017-AA07-A01D37F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48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Email all visible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D3530-8345-4700-A611-13C08536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Best for a scoped status report.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41808-4902-4182-A899-4A7F541B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66675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ECBF2-A508-4C76-AF8A-3906BCEE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8E7CF-C4F1-460D-A10C-5C29BCAF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14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Download Excel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E4F8E-388A-4E07-A2C5-3E658372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244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Best for offline analysis or an approved attachment channel.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F72DA-05C7-4F62-A08C-62F3282F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3952875" cy="40671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063E62"/>
          </a:solidFill>
          <a:ln xmlns:a="http://schemas.openxmlformats.org/drawingml/2006/main" w="9525">
            <a:solidFill>
              <a:srgbClr val="063E6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C3A9D-8D6A-4DE7-802D-9B409A5E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573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Compact email anatomy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F8429-994B-4125-BBCE-E5858DE0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28875"/>
            <a:ext cx="32099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Subject</a:t>
            </a:r>
          </a:p>
          <a:p xmlns:a="http://schemas.openxmlformats.org/drawingml/2006/main">
            <a:pPr algn="l">
              <a:defRPr sz="1275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Clear threat and affected technology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Why it matters</a:t>
            </a:r>
          </a:p>
          <a:p xmlns:a="http://schemas.openxmlformats.org/drawingml/2006/main">
            <a:pPr algn="l">
              <a:defRPr sz="1275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Severity and exploitation 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Evidence</a:t>
            </a:r>
          </a:p>
          <a:p xmlns:a="http://schemas.openxmlformats.org/drawingml/2006/main">
            <a:pPr algn="l">
              <a:defRPr sz="1275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CVE, publication date, and 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Next action</a:t>
            </a:r>
          </a:p>
          <a:p xmlns:a="http://schemas.openxmlformats.org/drawingml/2006/main">
            <a:pPr algn="l">
              <a:defRPr sz="1275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Validate exposure and follow vendor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1E638-ABE6-41DF-A082-EBF5250E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9710452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8A073-A59A-41FB-8ACD-4B0A518C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AI ASSISTANCE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CA54F-6F52-486B-A97D-DE018B04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Useful context—with visible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B569A-3631-4A22-82C7-04CF572B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F43F8-59E1-4371-9CB2-71747B4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5191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C2706-6CF0-4A2C-B906-4EA072A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Site-wide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63141-8B02-45C9-83ED-812D2427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explains navigation and features</a:t>
            </a:r>
          </a:p>
          <a:p xmlns:a="http://schemas.openxmlformats.org/drawingml/2006/main">
            <a:pPr algn="l">
              <a:defRPr sz="150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summarizes current findings</a:t>
            </a:r>
          </a:p>
          <a:p xmlns:a="http://schemas.openxmlformats.org/drawingml/2006/main">
            <a:pPr algn="l">
              <a:defRPr sz="150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compares priorities</a:t>
            </a:r>
          </a:p>
          <a:p xmlns:a="http://schemas.openxmlformats.org/drawingml/2006/main">
            <a:pPr algn="l">
              <a:defRPr sz="150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suggests investigation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27010-7749-4DEF-A08C-315BD674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Uses workspace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7D585-907D-4CFC-88D5-75DF19DB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66875"/>
            <a:ext cx="5572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87C53-10AC-45B6-83F0-7E6C6C24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Finding-specific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7164F-B852-4AF1-9E0D-8FEFC19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answers about one threat</a:t>
            </a:r>
          </a:p>
          <a:p xmlns:a="http://schemas.openxmlformats.org/drawingml/2006/main">
            <a:pPr algn="l">
              <a:defRPr sz="150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explains likely impact</a:t>
            </a:r>
          </a:p>
          <a:p xmlns:a="http://schemas.openxmlformats.org/drawingml/2006/main">
            <a:pPr algn="l">
              <a:defRPr sz="150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describes remediation themes</a:t>
            </a:r>
          </a:p>
          <a:p xmlns:a="http://schemas.openxmlformats.org/drawingml/2006/main">
            <a:pPr algn="l">
              <a:defRPr sz="1500" b="0">
                <a:solidFill>
                  <a:srgbClr val="1736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64A"/>
                </a:solidFill>
                <a:latin typeface="Aptos"/>
                <a:ea typeface="Aptos"/>
                <a:cs typeface="Aptos"/>
              </a:rPr>
              <a:t>• keeps the source and CVE in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C7676-8D20-433F-B993-5284EF5C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86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Uses finding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E9D0A-C01C-4A1F-8B9F-D0A55FB0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10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Disclosure: generated text may be incomplete, outdated, or incorrect. Primary sources and the asset inventory remain authoritative.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7BFD3-9BE2-4BBD-AF24-CC206A72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0596420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76AF8-BD70-4A18-9834-523FDA44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2E2D0-7A6C-42B3-BF04-79E5282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A small web service with clear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029E4-9016-4698-88C7-E95870EE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27CB-7F42-4223-8086-3B517D56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8CD61-B146-42AA-B527-B7C9609B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954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C19E3-7767-409D-B0FE-C00C7F30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657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HTML · CSS · JavaScript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F4324-6FFF-4C89-BB08-540989BD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4782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Session login · workspace cookie · browser setup 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94122-5ECF-43DA-99F9-77ED2282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009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BF394-671C-4EAE-B50F-7B5A6411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622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5EA64-60D8-4D9A-9AC0-72C95947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724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7D44C-0E0D-478E-A97D-1750150A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Routes · authentication · scan orchestration · email · export ·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960D8-0230-4B0E-890D-3D172548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1009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DC8E0-0F0A-4580-A7B8-68BDEE73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303DF-F2DE-4924-AA99-C4C79B9E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90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Python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0B914-341C-490B-86D4-C6B5F098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Collectors · aliases · CVE extraction · severity ·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FEB82-C08E-437C-879E-8C9D47D4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2C1F6-5852-4D0C-9112-1F9F05D4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 &amp; PROVIDERS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B4805-C203-4DD8-B9B8-0142444B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57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SQLite + environment secrets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F1EF3-0655-47FF-B2C3-10C8770C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4822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Workspace-scoped records · Zoho/SMTP · Ollama · Render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6D1CE-77BE-4AE0-9504-F545CD50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018846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BCAE91-FB0B-4326-A642-F682E11A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44E5A-43F9-4E88-BB0D-EFD9220A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What is protected—and what is temporary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2F628-7390-4746-9248-0EAB4272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2E269-7CC9-4D61-968A-0EE589F7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333750" cy="3857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280F7-881D-4462-9C0B-957E290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4BE2B-153F-462F-94B7-ADA2C9EE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23B85-0E56-43F7-8F2A-CEBDFA29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Shared demonstration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165B3-B5A7-4F22-BD54-9FF6D90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1D114-7872-4E51-98DA-4D0913A8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Password stored as a one-way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99901-B9F0-4FA8-AD14-FF17880F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966E0-8730-43D4-A284-F97C9259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Protected session cookie without a persistent expiry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035B6-3394-4032-AEEA-C5FF551C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3333750" cy="3857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FF7F4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71ACA-4103-48E1-9691-272AEC83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00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Isolation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76F1B-13A9-433A-B665-D13367CA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E1413-2088-44C4-B13B-C6ABEF7B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479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Persistent random browser workspace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25F86-461E-4610-938F-88F8CB7A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956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50FE2-C785-4832-B9ED-802F91C6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29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Every API query is scoped to that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3564E-4A0F-406E-9A98-2884815E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767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0F2DF-569E-4BB8-837B-5AE29BA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2100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Another computer receives a different 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3800A-D254-4BD9-9CCB-30514022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333750" cy="3857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4F9FB"/>
          </a:solidFill>
          <a:ln xmlns:a="http://schemas.openxmlformats.org/drawingml/2006/main" w="9525">
            <a:solidFill>
              <a:srgbClr val="D8E6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C6F52-153B-48BA-8887-240CEC6F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Secrets &amp;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6172F-ABF6-45CC-A363-6EA185F6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BDA7F-051E-49AD-9546-3C3EC646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Provider keys stay in server environment settings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C9611-05C2-4A58-B5A7-2C50D283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956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5FDD1-C3E6-44C5-88B8-B692A5BE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No personal user email-account registration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71343-1F98-4D50-BF44-0058BA06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767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0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03508-58A0-40D5-9208-D01B5E36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Findings, reviews, and chats are temporary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AE886-AF4D-4009-ABF2-1EDE214A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8826270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DF147-BCD2-429B-812D-A42E690E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BUILT-IN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B0906-6B77-46C8-B2EB-51522FB9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The website explains itself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613DA-ED0D-4F46-AE21-1B0CACEB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31a0964aa4c03"/>
          <a:srcRect xmlns:a="http://schemas.openxmlformats.org/drawingml/2006/main" l="0" t="40265" r="0" b="402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04950"/>
            <a:ext cx="74295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92548-372D-4E36-8937-19380F4F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Quick-start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E25C7-0E5D-4B7A-9696-A2DA4251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Four steps explain the complete scan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AE8E-7D52-488B-ACB6-95BE47DF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Technical transparency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A58FF-94BA-4A98-AA5F-1EA810A0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Architecture, privacy, email, AI, and limitations are documented.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C26BD-1E24-44FD-89EE-8EC9937B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E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3E62"/>
                </a:solidFill>
                <a:latin typeface="Aptos"/>
                <a:ea typeface="Aptos"/>
                <a:cs typeface="Aptos"/>
              </a:rPr>
              <a:t>Portable briefing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C9D96-ACA0-492D-878D-26E3412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7483"/>
                </a:solidFill>
                <a:latin typeface="Aptos"/>
                <a:ea typeface="Aptos"/>
                <a:cs typeface="Aptos"/>
              </a:rPr>
              <a:t>The Download PowerPoint button serves this deck directly from the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5837F-2125-4953-83A5-4141E0D7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4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7483"/>
                </a:solidFill>
                <a:latin typeface="Aptos"/>
                <a:ea typeface="Aptos"/>
                <a:cs typeface="Aptos"/>
              </a:rPr>
              <a:t>MY THREATLENS ·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3863394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E6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bf23095f848a3"/>
          <a:stretch xmlns:a="http://schemas.openxmlformats.org/drawingml/2006/main"/>
        </p:blipFill>
        <p:spPr>
          <a:xfrm xmlns:a="http://schemas.openxmlformats.org/drawingml/2006/main">
            <a:off x="619125" y="680524"/>
            <a:ext cx="1428750" cy="543951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825FD-F5D4-4438-920E-0AB1F9B0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clearer path from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headline to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DDCFB-D90C-460C-A20E-17E5DD65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E7E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E7ED"/>
                </a:solidFill>
                <a:latin typeface="Aptos"/>
                <a:ea typeface="Aptos"/>
                <a:cs typeface="Aptos"/>
              </a:rPr>
              <a:t>Scope the technologies. Scan trusted intelligence. Validate the evidence. Share the necessary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C188F-D281-4156-896F-8837E948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B78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948CF-E507-45A4-B317-B11F6A32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288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Operate responsibly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760D3-B5B5-4E07-9A5B-2E99645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1  Run a fresh scan after scope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2  Check source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3  Validate against the asset inventory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8EE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EF4"/>
                </a:solidFill>
                <a:latin typeface="Aptos"/>
                <a:ea typeface="Aptos"/>
                <a:cs typeface="Aptos"/>
              </a:rPr>
              <a:t>4  Use primary advisories for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7E904-0762-45CA-9019-A5C826F0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0C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0C8D4"/>
                </a:solidFill>
                <a:latin typeface="Aptos"/>
                <a:ea typeface="Aptos"/>
                <a:cs typeface="Aptos"/>
              </a:rPr>
              <a:t>My ThreatLens · Arsen Eliane · 2026</a:t>
            </a:r>
          </a:p>
        </p:txBody>
      </p:sp>
    </p:spTree>
    <p:extLst>
      <p:ext uri="{BB962C8B-B14F-4D97-AF65-F5344CB8AC3E}">
        <p14:creationId xmlns:p14="http://schemas.microsoft.com/office/powerpoint/2010/main" val="206633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2026-08-16T17:09:24.7690000Z</dcterms:created>
  <dcterms:modified xsi:type="dcterms:W3CDTF">2026-08-16T17:09:24.7690000Z</dcterms:modified>
</coreProperties>
</file>