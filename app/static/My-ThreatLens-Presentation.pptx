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4e2bc5ebe24682" /><Relationship Type="http://schemas.openxmlformats.org/officeDocument/2006/relationships/extended-properties" Target="/docProps/app.xml" Id="Rdc59222ac3ed4313" /><Relationship Type="http://schemas.openxmlformats.org/officeDocument/2006/relationships/officeDocument" Target="/ppt/presentation.xml" Id="Ra854e311fbf748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e15ba9d86c441b"/>
  </p:sldMasterIdLst>
  <p:notesMasterIdLst>
    <p:notesMasterId xmlns:r="http://schemas.openxmlformats.org/officeDocument/2006/relationships" r:id="R02d3458f75ca4006"/>
  </p:notesMasterIdLst>
  <p:sldIdLst>
    <p:sldId xmlns:r="http://schemas.openxmlformats.org/officeDocument/2006/relationships" id="256" r:id="R1a9648cd4e4a4860"/>
    <p:sldId xmlns:r="http://schemas.openxmlformats.org/officeDocument/2006/relationships" id="257" r:id="R7fb2961f68a24d4b"/>
    <p:sldId xmlns:r="http://schemas.openxmlformats.org/officeDocument/2006/relationships" id="258" r:id="R404f5e57ae214671"/>
    <p:sldId xmlns:r="http://schemas.openxmlformats.org/officeDocument/2006/relationships" id="259" r:id="R97a2bacfebac48cb"/>
    <p:sldId xmlns:r="http://schemas.openxmlformats.org/officeDocument/2006/relationships" id="260" r:id="R0c2d1eb628f94a28"/>
    <p:sldId xmlns:r="http://schemas.openxmlformats.org/officeDocument/2006/relationships" id="261" r:id="Ra755f51752704c96"/>
    <p:sldId xmlns:r="http://schemas.openxmlformats.org/officeDocument/2006/relationships" id="262" r:id="R46cf4a636f6c439c"/>
    <p:sldId xmlns:r="http://schemas.openxmlformats.org/officeDocument/2006/relationships" id="263" r:id="R00687f2b1880427b"/>
    <p:sldId xmlns:r="http://schemas.openxmlformats.org/officeDocument/2006/relationships" id="264" r:id="R1dc7f977b58b4cc4"/>
    <p:sldId xmlns:r="http://schemas.openxmlformats.org/officeDocument/2006/relationships" id="265" r:id="Rc85bbfc10b744fcf"/>
    <p:sldId xmlns:r="http://schemas.openxmlformats.org/officeDocument/2006/relationships" id="266" r:id="R15e4c9b4a6554153"/>
    <p:sldId xmlns:r="http://schemas.openxmlformats.org/officeDocument/2006/relationships" id="267" r:id="R3b4b41a0da694248"/>
    <p:sldId xmlns:r="http://schemas.openxmlformats.org/officeDocument/2006/relationships" id="268" r:id="R147baf797d17420d"/>
    <p:sldId xmlns:r="http://schemas.openxmlformats.org/officeDocument/2006/relationships" id="269" r:id="R30f42c9494964e29"/>
    <p:sldId xmlns:r="http://schemas.openxmlformats.org/officeDocument/2006/relationships" id="270" r:id="R89e0c5a8310f420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6f40f51ac9743a3" /><Relationship Type="http://schemas.openxmlformats.org/officeDocument/2006/relationships/slideMaster" Target="/ppt/slideMasters/slideMaster1.xml" Id="R62e15ba9d86c441b" /><Relationship Type="http://schemas.openxmlformats.org/officeDocument/2006/relationships/notesMaster" Target="/ppt/notesMasters/notesMaster1.xml" Id="R02d3458f75ca4006" /><Relationship Type="http://schemas.openxmlformats.org/officeDocument/2006/relationships/presProps" Target="/ppt/presProps.xml" Id="R65991e5a28924cba" /><Relationship Type="http://schemas.openxmlformats.org/officeDocument/2006/relationships/tableStyles" Target="/ppt/tableStyles.xml" Id="R8bfc2a3eb1f84489" /><Relationship Type="http://schemas.openxmlformats.org/officeDocument/2006/relationships/slide" Target="/ppt/slides/slide1.xml" Id="R1a9648cd4e4a4860" /><Relationship Type="http://schemas.openxmlformats.org/officeDocument/2006/relationships/slide" Target="/ppt/slides/slide2.xml" Id="R7fb2961f68a24d4b" /><Relationship Type="http://schemas.openxmlformats.org/officeDocument/2006/relationships/slide" Target="/ppt/slides/slide3.xml" Id="R404f5e57ae214671" /><Relationship Type="http://schemas.openxmlformats.org/officeDocument/2006/relationships/slide" Target="/ppt/slides/slide4.xml" Id="R97a2bacfebac48cb" /><Relationship Type="http://schemas.openxmlformats.org/officeDocument/2006/relationships/slide" Target="/ppt/slides/slide5.xml" Id="R0c2d1eb628f94a28" /><Relationship Type="http://schemas.openxmlformats.org/officeDocument/2006/relationships/slide" Target="/ppt/slides/slide6.xml" Id="Ra755f51752704c96" /><Relationship Type="http://schemas.openxmlformats.org/officeDocument/2006/relationships/slide" Target="/ppt/slides/slide7.xml" Id="R46cf4a636f6c439c" /><Relationship Type="http://schemas.openxmlformats.org/officeDocument/2006/relationships/slide" Target="/ppt/slides/slide8.xml" Id="R00687f2b1880427b" /><Relationship Type="http://schemas.openxmlformats.org/officeDocument/2006/relationships/slide" Target="/ppt/slides/slide9.xml" Id="R1dc7f977b58b4cc4" /><Relationship Type="http://schemas.openxmlformats.org/officeDocument/2006/relationships/slide" Target="/ppt/slides/slide10.xml" Id="Rc85bbfc10b744fcf" /><Relationship Type="http://schemas.openxmlformats.org/officeDocument/2006/relationships/slide" Target="/ppt/slides/slide11.xml" Id="R15e4c9b4a6554153" /><Relationship Type="http://schemas.openxmlformats.org/officeDocument/2006/relationships/slide" Target="/ppt/slides/slide12.xml" Id="R3b4b41a0da694248" /><Relationship Type="http://schemas.openxmlformats.org/officeDocument/2006/relationships/slide" Target="/ppt/slides/slide13.xml" Id="R147baf797d17420d" /><Relationship Type="http://schemas.openxmlformats.org/officeDocument/2006/relationships/slide" Target="/ppt/slides/slide14.xml" Id="R30f42c9494964e29" /><Relationship Type="http://schemas.openxmlformats.org/officeDocument/2006/relationships/slide" Target="/ppt/slides/slide15.xml" Id="R89e0c5a8310f42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a8c6f3a7614bd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d490e9f239f45ab" /><Relationship Type="http://schemas.openxmlformats.org/officeDocument/2006/relationships/notesMaster" Target="/ppt/notesMasters/notesMaster1.xml" Id="Rc386703a715f485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3f310af12d4fd1" /><Relationship Type="http://schemas.openxmlformats.org/officeDocument/2006/relationships/notesMaster" Target="/ppt/notesMasters/notesMaster1.xml" Id="R72e3d6c3090f4f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b3eb31d49f4c93" /><Relationship Type="http://schemas.openxmlformats.org/officeDocument/2006/relationships/notesMaster" Target="/ppt/notesMasters/notesMaster1.xml" Id="R68d1699ede05416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779fad58824579" /><Relationship Type="http://schemas.openxmlformats.org/officeDocument/2006/relationships/notesMaster" Target="/ppt/notesMasters/notesMaster1.xml" Id="Rbb50d2b99c7848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0219cec72fa470e" /><Relationship Type="http://schemas.openxmlformats.org/officeDocument/2006/relationships/notesMaster" Target="/ppt/notesMasters/notesMaster1.xml" Id="R3e7811086ccd441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20d86d69c74deb" /><Relationship Type="http://schemas.openxmlformats.org/officeDocument/2006/relationships/notesMaster" Target="/ppt/notesMasters/notesMaster1.xml" Id="R0a096b7702bc4e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eb14dee2414664" /><Relationship Type="http://schemas.openxmlformats.org/officeDocument/2006/relationships/notesMaster" Target="/ppt/notesMasters/notesMaster1.xml" Id="Ra2ecd8debdae45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1e3515b9554f94" /><Relationship Type="http://schemas.openxmlformats.org/officeDocument/2006/relationships/notesMaster" Target="/ppt/notesMasters/notesMaster1.xml" Id="Rd08150aaebb1454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b6a91928b5a422c" /><Relationship Type="http://schemas.openxmlformats.org/officeDocument/2006/relationships/notesMaster" Target="/ppt/notesMasters/notesMaster1.xml" Id="R23cc5e39cbaf4c3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c1b2c59e7a14d82" /><Relationship Type="http://schemas.openxmlformats.org/officeDocument/2006/relationships/notesMaster" Target="/ppt/notesMasters/notesMaster1.xml" Id="R033d9563273b4a8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1d03f0977604231" /><Relationship Type="http://schemas.openxmlformats.org/officeDocument/2006/relationships/notesMaster" Target="/ppt/notesMasters/notesMaster1.xml" Id="R253ef270deb34bd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5c91834aa794b8d" /><Relationship Type="http://schemas.openxmlformats.org/officeDocument/2006/relationships/notesMaster" Target="/ppt/notesMasters/notesMaster1.xml" Id="R789aedc47a534e0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85278553e6648a6" /><Relationship Type="http://schemas.openxmlformats.org/officeDocument/2006/relationships/notesMaster" Target="/ppt/notesMasters/notesMaster1.xml" Id="R356a6bb408094a2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996a28c93844b88" /><Relationship Type="http://schemas.openxmlformats.org/officeDocument/2006/relationships/notesMaster" Target="/ppt/notesMasters/notesMaster1.xml" Id="R9593d0b8dca142d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cfe4d92e5174bff" /><Relationship Type="http://schemas.openxmlformats.org/officeDocument/2006/relationships/notesMaster" Target="/ppt/notesMasters/notesMaster1.xml" Id="Rbfdc881c471040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the project as a focused review layer for public cybersecurity intelligence. Emphasize that the product organizes evidence around the user's technology scope.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product in plain language before discussing technical architecture. Each stage maps to a visible user action in the application.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shared demonstration login controls access. A long-lived browser workspace cookie isolates configurations, while the authentication cookie is session-only.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left to right. The key control is that changing the scope requires a new scan, preventing old and new results from being silently mixed.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screenshot to orient the audience. The dashboard does not declare a system vulnerable; it displays relevant published findings for analyst validation.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Technically, FastAPI coordinates collectors, matching aliases, scoring, persistence, and output APIs. The collector safety wrapper prevents one source exception from leaving a scan stuck.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Distinguish a zero-day intelligence scan from endpoint or network scanning. The application reports explicit signal counts and live source coverage separately.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the human validation checkpoint. Severity alone is not enough; environment exposure and primary-source confirmation determine actual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that the review drawer keeps the source URL and CVE visible. The AI quick summary is secondary and explicitly disclosed as potentially incorrect.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email format is intentionally concise. Provider credentials remain server-side; Zoho Mail API or SMTP performs delivery when configured.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application uses an open model through Ollama when available and falls back to deterministic guidance when the provider is unavailable. Never use AI output as the sole remediation basis.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browser owns the user experience and browser-specific setup backup. FastAPI handles authorization and APIs. Python services analyze content. SQLite stores workspace-scoped server records; secrets are injected as environment variables.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controlled demo access model, not enterprise identity management. Browser isolation prevents setup changes from propagating across machines, but users still share one login credential.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About page is now both onboarding and governance documentation. It avoids presenting the tool as a direct vulnerability scanner and provides this presentation for offline review.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operating discipline: focused scope, transparent coverage, human validation, and concise communication.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My ThreatLens local application and repository (accessed 2026-08-16)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97346e203465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6d17a51a8a74738" /><Relationship Type="http://schemas.openxmlformats.org/officeDocument/2006/relationships/slideLayout" Target="/ppt/slideLayouts/slideLayout1.xml" Id="R9d1a98b6645f4d9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1a98b6645f4d9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da792486d2475c" /><Relationship Type="http://schemas.openxmlformats.org/officeDocument/2006/relationships/image" Target="/ppt/media/image.jpeg" Id="Redd424a616cf431a" /><Relationship Type="http://schemas.openxmlformats.org/officeDocument/2006/relationships/notesSlide" Target="/ppt/notesSlides/notesSlide1.xml" Id="R032a2bbf4dfa40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50e02ad924b6f" /><Relationship Type="http://schemas.openxmlformats.org/officeDocument/2006/relationships/notesSlide" Target="/ppt/notesSlides/notesSlide2.xml" Id="Ra3de82e7c5aa441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db07e62a484ffa" /><Relationship Type="http://schemas.openxmlformats.org/officeDocument/2006/relationships/image" Target="/ppt/media/image2.jpeg" Id="R2118ac70d74b44e8" /><Relationship Type="http://schemas.openxmlformats.org/officeDocument/2006/relationships/notesSlide" Target="/ppt/notesSlides/notesSlide3.xml" Id="R03be9b4e42754c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3ed0cc7083446b" /><Relationship Type="http://schemas.openxmlformats.org/officeDocument/2006/relationships/notesSlide" Target="/ppt/notesSlides/notesSlide4.xml" Id="R1f45da3900c748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947544e1e44d99" /><Relationship Type="http://schemas.openxmlformats.org/officeDocument/2006/relationships/image" Target="/ppt/media/image3.jpeg" Id="Rf5f913c772fc43eb" /><Relationship Type="http://schemas.openxmlformats.org/officeDocument/2006/relationships/notesSlide" Target="/ppt/notesSlides/notesSlide5.xml" Id="Rab14ff2dae4d428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a9918d4f6b41d4" /><Relationship Type="http://schemas.openxmlformats.org/officeDocument/2006/relationships/notesSlide" Target="/ppt/notesSlides/notesSlide6.xml" Id="R8e6ff61f108d4d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e40e5545134fb9" /><Relationship Type="http://schemas.openxmlformats.org/officeDocument/2006/relationships/image" Target="/ppt/media/image4.jpeg" Id="R2727a322ab1c42cd" /><Relationship Type="http://schemas.openxmlformats.org/officeDocument/2006/relationships/notesSlide" Target="/ppt/notesSlides/notesSlide7.xml" Id="Rd3fb371162214b3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d143f36d3e4824" /><Relationship Type="http://schemas.openxmlformats.org/officeDocument/2006/relationships/notesSlide" Target="/ppt/notesSlides/notesSlide8.xml" Id="Rb48694a28e4c4c2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e4e63fadb94044" /><Relationship Type="http://schemas.openxmlformats.org/officeDocument/2006/relationships/image" Target="/ppt/media/image5.jpeg" Id="R7f2af6f84b9e4d10" /><Relationship Type="http://schemas.openxmlformats.org/officeDocument/2006/relationships/notesSlide" Target="/ppt/notesSlides/notesSlide9.xml" Id="R92fce724ec6a48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9171acf5da4305" /><Relationship Type="http://schemas.openxmlformats.org/officeDocument/2006/relationships/notesSlide" Target="/ppt/notesSlides/notesSlide10.xml" Id="R13726a8109d8449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0b97aa3f634e0d" /><Relationship Type="http://schemas.openxmlformats.org/officeDocument/2006/relationships/notesSlide" Target="/ppt/notesSlides/notesSlide11.xml" Id="R7ffe8ee642f7442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57197a5db54c31" /><Relationship Type="http://schemas.openxmlformats.org/officeDocument/2006/relationships/notesSlide" Target="/ppt/notesSlides/notesSlide12.xml" Id="R1e4c3594e6f240c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bebec709f4431f" /><Relationship Type="http://schemas.openxmlformats.org/officeDocument/2006/relationships/notesSlide" Target="/ppt/notesSlides/notesSlide13.xml" Id="R5bf0aa4f696945f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2da488499b420f" /><Relationship Type="http://schemas.openxmlformats.org/officeDocument/2006/relationships/image" Target="/ppt/media/image6.jpeg" Id="R162d0001bbca44f2" /><Relationship Type="http://schemas.openxmlformats.org/officeDocument/2006/relationships/notesSlide" Target="/ppt/notesSlides/notesSlide14.xml" Id="R69dd72392db34b7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b4f7af6a346de" /><Relationship Type="http://schemas.openxmlformats.org/officeDocument/2006/relationships/image" Target="/ppt/media/image.png" Id="Rf84dfce15f17453f" /><Relationship Type="http://schemas.openxmlformats.org/officeDocument/2006/relationships/notesSlide" Target="/ppt/notesSlides/notesSlide15.xml" Id="Ra0d7267889b34c0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28E08B-AD59-4CD0-8E4F-4ED380382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4350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CYBERSECURITY INTELLIGENCE WORKSPACE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7DE1AF-3774-4280-AF74-0ED042A7A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00062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My ThreatLens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9854F-A52B-46BB-ABDD-657D1073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33600"/>
            <a:ext cx="5000625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Every security headline.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One clear view.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019A04-4625-4BC2-8379-F4B39E47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71850"/>
            <a:ext cx="4857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 technical and non-technical guide to monitoring, prioritizing, reviewing, and sharing relevant public threat intelligence.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d424a616cf431a"/>
          <a:srcRect xmlns:a="http://schemas.openxmlformats.org/drawingml/2006/main" l="22561" t="0" r="2256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0" y="381000"/>
            <a:ext cx="5572125" cy="5715000"/>
          </a:xfrm>
          <a:prstGeom xmlns:a="http://schemas.openxmlformats.org/drawingml/2006/main" prst="roundRect">
            <a:avLst>
              <a:gd name="adj" fmla="val 2051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7C227-321E-42D7-97DE-E71E05730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674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Internship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81E1CF-77DC-4D0E-BAB1-A5E22002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29375"/>
            <a:ext cx="4191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8485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505522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B61288-15A1-416F-8F3F-42BA0CF2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PRODUCT OVERVIEW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F8E23B-506C-4A5A-A896-0293868E3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One workspace, four jobs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4DB83-BC65-46D2-89EB-C565926A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4D783-4939-4FEF-BB9E-D26FA34BA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62125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9AC80C-E540-4587-BB56-3E5763FDF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AA374D-FB65-42E6-918A-45BCC1EA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1924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Monitor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80582C-B90A-4938-A06B-D46A3D0BB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4003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Collect matching public advisories and security reporting.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F38D5-632A-425D-9C58-D6D024932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62125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E8DA2A-204B-4941-A03B-D9D4377B4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1952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A92F6F-A106-4E02-A4D2-57516CE8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1924050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Prioritize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B9F8EB-3C9B-4CCD-8CA9-7051CE52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240030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Surface severity, exploitation signals, and the biggest current threat.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4AE4A1-436F-4C09-B673-A45BAB812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D0BA12-C9E1-41CF-97D8-02B23519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91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90828B-3820-42C9-9070-F58D37B7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1624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Investigate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C881C6-EBD0-4529-8D3B-3D0CCD2A8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3867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Open evidence, CVEs, relevance explanations, and finding-specific questions.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0C0480-A092-4E98-A0B1-603A5B254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4000500"/>
            <a:ext cx="5381625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735B7-7EA1-4116-9B33-7ED53C7B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8425" y="419100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C8E67D-1251-4412-ACC8-E2A39090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162425"/>
            <a:ext cx="4095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827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Communicate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CA3B34-56BD-413B-8254-E40EE3AA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4638675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Email one or many findings or export the filtered view to Excel.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8916C0-62F8-47F9-8191-326EC691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210885460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3598954-3FF7-4FEC-A955-8A86796B5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ACCESS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EB9EE0-31AD-4E3C-A8D9-CC38401C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Simple login, independent computers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C34147-E736-48E8-AA62-534904BEC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18ac70d74b44e8"/>
          <a:stretch xmlns:a="http://schemas.openxmlformats.org/drawingml/2006/main"/>
        </p:blipFill>
        <p:spPr>
          <a:xfrm xmlns:a="http://schemas.openxmlformats.org/drawingml/2006/main">
            <a:off x="828675" y="1619250"/>
            <a:ext cx="6019800" cy="4143375"/>
          </a:xfrm>
          <a:prstGeom xmlns:a="http://schemas.openxmlformats.org/drawingml/2006/main" prst="roundRect">
            <a:avLst>
              <a:gd name="adj" fmla="val 2759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8AF3C3-E14E-4383-9365-EB42C6B8C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619250"/>
            <a:ext cx="4095750" cy="4143375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C8FF64-CFE4-4018-8F02-3B02F9AE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885950"/>
            <a:ext cx="3143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1026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happens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C6A42E-991E-4B10-9882-B2688CAC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955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Browser-session login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B29196-9D73-41F0-AC5E-05E99EBA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8194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The user signs in again after closing and reopening the browser.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035874-4DDF-457A-93BF-39830F3DA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5242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Separate workspace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4954C4-1BE9-4E65-836E-4A24436C4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481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Each browser receives an independent identity and setup collection.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4F639-5EC7-45A7-89C5-02F1D6D4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52950"/>
            <a:ext cx="3190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Persistent setups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894C14-86B7-43E0-B2C6-59CCD7E5C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876800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Setup configuration remains saved for that browser; results and chat stay temporary.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3CB99D-77B0-4248-A341-3641B95F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2763906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4D7D5D-F0CB-4E68-BDCF-E2F55830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USER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F5A5A6-EF8F-4B8A-88D4-CEBEC4E6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From scope to supervisor-ready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01DD3D-F089-491E-8EB7-EAB40423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cxnSp>
        <p:nvCxnSpPr>
          <p:cNvPr id="29" name=""/>
          <p:cNvCxnSpPr/>
          <p:nvPr/>
        </p:nvCxnSpPr>
        <p:spPr>
          <a:xfrm xmlns:a="http://schemas.openxmlformats.org/drawingml/2006/main">
            <a:off x="876300" y="2933700"/>
            <a:ext cx="88582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F766E"/>
            </a:solidFill>
            <a:prstDash val="soli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B86A17-7887-43D0-B5A3-FB556940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FD7446-956D-4780-9D1D-4A84347B2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1 ·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758FD6-A147-4730-AD29-0BF17366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Choose relevance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181C03-3565-4C29-838F-2430D1A6C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Technologies, keywords, sources, and dates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EFE647-351C-4F1F-AD47-8D183F88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73C748-4DD8-4529-8777-D461E023F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2 · SCAN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094B54-C891-4FF4-B1B4-390E803DE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Collect intelligence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7AFBB6-C48D-49B0-A065-DC3B4FE1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Normal or focused zero-day intelligence scan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B91549-8641-4DBC-A125-35F26173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72DA4-5274-43BD-AA9C-04B324538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3 · REVIEW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600CD1E-A2BD-448D-B337-751BF57E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Validate evidence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66153E-0B54-44DD-912D-482C66394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Severity, CVE, source, exploit status, AI 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CF91CD-599E-46E1-9126-D7C9C09B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0035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38100">
            <a:solidFill>
              <a:srgbClr val="0F766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3BD4C77-A70A-48D0-B02C-2759FF39F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3526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4 · SHARE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057331-5430-4CC3-B835-D6C9505C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36232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Communicate action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CBA642-C320-45C8-A6FF-63B07FC3C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781425"/>
            <a:ext cx="214312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Single finding, selected findings, filtered email, or Excel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6B11CB-4BC0-4B69-B59A-541D1456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59624842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7452C-DC6D-4FE3-978B-7AB1F1A2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880DA9-87FB-49E0-96AE-5AB6C4AB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 scoped view of what deserves attention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692A9-DA51-405D-80A6-0E327890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f913c772fc43eb"/>
          <a:srcRect xmlns:a="http://schemas.openxmlformats.org/drawingml/2006/main" l="2697" t="0" r="26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52475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BA85F0-5980-4E07-B252-ABECE46CB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52400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8D3CCB-39EA-4AE1-B187-09DA0D494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169545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Scope cards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2849BA-D827-4B04-BA03-36914244E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205740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Technology, keywords, source, and date-range choices.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F84622-3E07-4BBC-8AA3-E0780E61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99085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37CC86-8EB9-49A6-B2C4-F94033EC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16230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Biggest threat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6B58FB-76A9-40FF-B6DB-1745BE84B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352425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The highest-priority result with a one-click email action.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406C2-2F8D-45DC-A913-EAE30A255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57700"/>
            <a:ext cx="3190875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6139737-8393-4423-AC2E-40E538C76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629150"/>
            <a:ext cx="27146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Findings table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2F9D2C-3B78-4776-B2BC-20705F916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9175" y="4991100"/>
            <a:ext cx="2667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Filterable evidence with CVE, source, AI relevance, and review 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1ED67-B516-46C0-9ECB-05BDFA048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7442404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ADBD46-F455-44A0-9F9F-F02B5685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TECHNICAL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FF6AA4-D2EE-41AE-B1A3-B4D4A72EA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How a scan becomes a finding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ABF497-94E7-4C03-B06C-517BBB93C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A84F3D-CE45-45FF-8B38-81A497F8F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5A0FA-5954-40E5-8123-AABFB95C5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4F9845-DABD-4E6A-B1CA-63CDFE51C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Saved setup scope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A7D90C-7B6A-42A2-8F97-A22295DB8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17B932C-361E-4929-9099-225035D38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646E15-B56F-48E9-BD36-ECF751E1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COLLECT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66F9EB-E8B6-4DE2-A0A6-3EB10D6F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Approved public feeds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1EE6A-27B4-4B7F-BC5F-636AC378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F0A0B-5589-49B0-9C39-59FB70733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155A4C-D3C1-4C1E-96AB-7F546D62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NORMALIZE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9FE940-57AA-4FB0-80D8-02A09CED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Title, text, CVEs, date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24DD11-7A0C-474B-9F02-6CAB2466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04579E-9088-4277-B645-64E3BA63E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4ACE7AA-8745-4AB5-AAE0-76889912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MATCH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AE0EDBD-5AFD-4DBE-8ACD-D97F7436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390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Technology + keyword aliases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9D9AA4-BA81-4106-86CF-EF8C73D10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F3786DD-0BDD-4C4C-879C-4DA305CE0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27AE17C-EED5-4DE2-91F4-541200EE5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PRIORITIZE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4A6A7E-486F-47E5-BB7C-7C5CCE9C4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Severity, KEV, exploitation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C18034-345E-4017-9A25-CAA308469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09900"/>
            <a:ext cx="2476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4683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C297DF-D8C0-4108-9CF9-CB384C122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2333625"/>
            <a:ext cx="1695450" cy="1733550"/>
          </a:xfrm>
          <a:prstGeom xmlns:a="http://schemas.openxmlformats.org/drawingml/2006/main" prst="roundRect">
            <a:avLst>
              <a:gd name="adj" fmla="val 6742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828FAE-FEA6-4D6D-95BD-D99B73EA2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524125"/>
            <a:ext cx="133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4CA2F7-27CF-4EEF-B53B-AC3A9D77F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2952750"/>
            <a:ext cx="1352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Dashboard, email, Excel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0FB9CE9-5214-40AE-AED7-A421BDE52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667250"/>
            <a:ext cx="923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086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7364A"/>
                </a:solidFill>
                <a:latin typeface="Aptos"/>
                <a:ea typeface="Aptos"/>
                <a:cs typeface="Aptos"/>
              </a:rPr>
              <a:t>Collector failures are isolated. Results report which sources answered, so incomplete coverage is visible.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3E7BE6-8734-4F50-90CB-403B0E81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09415729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606821-096B-482A-BDC4-AFFC1E20B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FOCUSED INTELLIGENCE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D2A957-B1EC-4C7F-B4F9-499A7516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Zero-day &amp; active-exploitation scan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36668-0834-4CC2-B616-F33A1E5B8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7a322ab1c42cd"/>
          <a:srcRect xmlns:a="http://schemas.openxmlformats.org/drawingml/2006/main" l="0" t="28227" r="0" b="282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14375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BDEEC2-C001-4D42-9365-2D11F3429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524000"/>
            <a:ext cx="360045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FFF5F1"/>
          </a:solidFill>
          <a:ln xmlns:a="http://schemas.openxmlformats.org/drawingml/2006/main" w="9525">
            <a:solidFill>
              <a:srgbClr val="F2C4B3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119F2-A111-43F0-A4E8-202499D9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73355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What it detects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EE550-53EB-46D1-A779-B64F7F4A6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190750"/>
            <a:ext cx="29908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explicit zero-day mentions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active exploitation language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CISA KEV signals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public proof-of-concept reporting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467D56-51A6-43E9-B9BA-75B22B6EC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48100"/>
            <a:ext cx="3600450" cy="2133600"/>
          </a:xfrm>
          <a:prstGeom xmlns:a="http://schemas.openxmlformats.org/drawingml/2006/main" prst="roundRect">
            <a:avLst>
              <a:gd name="adj" fmla="val 5357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FBEB5E-93BC-4818-BA8B-DF4697B6E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076700"/>
            <a:ext cx="304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it cannot prove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381E54-4965-4765-82A5-9F146739D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572000"/>
            <a:ext cx="290512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It monitors published intelligence. It does not inspect devices or prove whether a specific asset is exposed.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C33692-3978-4F47-B543-F41BFE122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38867965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BC94CB-B721-4ACC-908B-37A94D88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INTERPRETING RESULTS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423489-AA2C-4C0A-A092-BC1BD273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Three questions before acting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0F6AC-E6B3-4BE3-9238-B32157213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3E5B4B-A692-4444-B57B-F390FACDB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1066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Treat every finding as a decision-support object. Priority improves when evidence, exposure, and source reliability agree.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F42D44-4E2F-454D-9872-94F12AE50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FE6F6-6F32-46C9-81EF-AC6BD670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772A9-C700-4306-8F04-DD8E60D1F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 it relevant?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514CCF-C341-4826-A7F3-217BCD63B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Does the affected technology and version exist in the monitored environment?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DA6386-4FBA-4AB7-B08D-BF51C71F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0544FF-2C2F-418D-BE87-B220AF059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F9EA78-8E23-4A5C-B43F-A967A15AF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 exploitation real?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C5083-6324-4DDE-94C4-3EF43AEA7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Look for KEV status, explicit active exploitation, credible vendor evidence, and dates.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B5A40-F9AE-45B7-A62B-3DFF7EA48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428875"/>
            <a:ext cx="3333750" cy="2952750"/>
          </a:xfrm>
          <a:prstGeom xmlns:a="http://schemas.openxmlformats.org/drawingml/2006/main" prst="roundRect">
            <a:avLst>
              <a:gd name="adj" fmla="val 3871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E72A6A-1086-45C5-A9C1-10B5EB00B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667000"/>
            <a:ext cx="76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9561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7044EC-D30C-413B-826C-E1BFDA7D0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381375"/>
            <a:ext cx="28098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What is the response?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1FF839-EFD3-4F7D-B6B5-8F94E4FB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52875"/>
            <a:ext cx="2809875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Validate impact, follow vendor guidance, document ownership, and track remediation.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02C267-05C5-40AA-A7B7-C8AB37CC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213760303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713FDF-4518-4B86-AC2E-16D20614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INVESTIGATION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1EEDC6-1DE9-4BBB-9DEB-CB836E973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One finding becomes an evidence packet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7356F6-CED6-4373-BBA5-D44167A83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2af6f84b9e4d10"/>
          <a:stretch xmlns:a="http://schemas.openxmlformats.org/drawingml/2006/main"/>
        </p:blipFill>
        <p:spPr>
          <a:xfrm xmlns:a="http://schemas.openxmlformats.org/drawingml/2006/main">
            <a:off x="552450" y="1813327"/>
            <a:ext cx="6858000" cy="3859997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75C154-2BBE-4A98-9DCF-E5E819E87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Evidence first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2593DE-620D-486E-8020-2469CAF5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0193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Title, affected technology, publication time, source link, CVE, severity basis.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6610F-DA74-4F64-A256-45FF5DE5A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0480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Action in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6C9E92-DAC6-4D5F-8426-E57C1F9F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3718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Email this threat alone when it is the only item a supervisor needs.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86560E-BB83-4D6F-BA8A-16D1AFF23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0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AI as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326AD-2D55-4FCC-86A1-25C92C74F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72440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Ask about impact or next steps, then verify the answer against primary evidence.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27CE3A-13DA-40C8-9261-C0C11E96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90427026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E662246-7040-4993-B09C-A23276345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COMMUNICATION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739605-1B0B-4869-8D38-0F8B888B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Send only what the recipient needs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33814D-4A61-4F9C-A29D-7EBB5940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57AB60-9DD1-4DBC-8BC1-9C72F970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811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4EBDD-3B7C-4191-8E98-407660816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7526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FFA014-FC4D-480D-95A2-3F5575D68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714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a single threat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A0C2F3-6C38-42BA-9AE6-17CBB59E2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7240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an urgent escalation.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F3D221-4BD3-44AC-A853-1DC31388B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479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C7C0D-53F5-4E07-BDE2-F7CA4194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SELECTED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09CB34-CA58-4875-B3A3-752811747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7813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checked threats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269ABD-C001-4C5E-B6D5-56588192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908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 short, curated briefing.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AC7914-858C-4C3B-9C39-5E81E0174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147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479952-A4EE-4587-81B9-00B40854A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862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FILTERED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91CB95-88E2-4017-AA07-A01D37F8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848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Email all visible results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7D3530-8345-4700-A611-13C085366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8576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a scoped status report.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541808-4902-4182-A899-4A7F541B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81550"/>
            <a:ext cx="6667500" cy="866775"/>
          </a:xfrm>
          <a:prstGeom xmlns:a="http://schemas.openxmlformats.org/drawingml/2006/main" prst="roundRect">
            <a:avLst>
              <a:gd name="adj" fmla="val 1318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2ECBF2-A508-4C76-AF8A-3906BCEE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530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EXPORT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A8E7CF-C4F1-460D-A10C-5C29BCAFC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9149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Download Excel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7E4F8E-388A-4E07-A2C5-3E658372F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924425"/>
            <a:ext cx="271462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7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Best for offline analysis or an approved attachment channel.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9F72DA-05C7-4F62-A08C-62F3282F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581150"/>
            <a:ext cx="3952875" cy="4067175"/>
          </a:xfrm>
          <a:prstGeom xmlns:a="http://schemas.openxmlformats.org/drawingml/2006/main" prst="roundRect">
            <a:avLst>
              <a:gd name="adj" fmla="val 2892"/>
            </a:avLst>
          </a:prstGeom>
          <a:solidFill xmlns:a="http://schemas.openxmlformats.org/drawingml/2006/main">
            <a:srgbClr val="063E62"/>
          </a:solidFill>
          <a:ln xmlns:a="http://schemas.openxmlformats.org/drawingml/2006/main" w="9525">
            <a:solidFill>
              <a:srgbClr val="063E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AC3A9D-8D6A-4DE7-802D-9B409A5E9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57375"/>
            <a:ext cx="323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Compact email anatomy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70F8429-994B-4125-BBCE-E5858DE00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428875"/>
            <a:ext cx="3209925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Subject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Clear threat and affected technology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Why it matters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Severity and exploitation signal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Evidence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CVE, publication date, and source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Next action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Validate exposure and follow vendor guidance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41E638-ABE6-41DF-A082-EBF5250E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97104522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B8A073-A59A-41FB-8ACD-4B0A518C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AI ASSISTANCE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5CA54F-6F52-486B-A97D-DE018B04D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Useful context—with visible guardrails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EB569A-3631-4A22-82C7-04CF572B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2F43F8-59E1-4371-9CB2-71747B42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66875"/>
            <a:ext cx="5191125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C2706-6CF0-4A2C-B906-4EA072AA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4286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Site-wide assistant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C63141-8B02-45C9-83ED-812D2427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33650"/>
            <a:ext cx="4286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explains navigation and features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summarizes current findings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compares priorities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suggests investigation steps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127010-7749-4DEF-A08C-315BD6749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686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Uses workspace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7D585-907D-4CFC-88D5-75DF19DBD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66875"/>
            <a:ext cx="5572125" cy="37147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87C53-10AC-45B6-83F0-7E6C6C24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4667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Finding-specific assistant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C7164F-B852-4AF1-9E0D-8FEFC1993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533650"/>
            <a:ext cx="4667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answers about one threat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explains likely impact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describes remediation themes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17364A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7364A"/>
                </a:solidFill>
                <a:latin typeface="Aptos"/>
                <a:ea typeface="Aptos"/>
                <a:cs typeface="Aptos"/>
              </a:rPr>
              <a:t>• keeps the source and CVE in view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8C7676-8D20-433F-B993-5284EF5C8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863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714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Uses finding context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FE9D0A-C01C-4A1F-8B9F-D0A55FB0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150"/>
            <a:ext cx="990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5108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B4231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42318"/>
                </a:solidFill>
                <a:latin typeface="Aptos"/>
                <a:ea typeface="Aptos"/>
                <a:cs typeface="Aptos"/>
              </a:rPr>
              <a:t>Disclosure: generated text may be incomplete, outdated, or incorrect. Primary sources and the asset inventory remain authoritative.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17BFD3-9BE2-4BBD-AF24-CC206A72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05964209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776AF8-BD70-4A18-9834-523FDA44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82E2D0-7A6C-42B3-BF04-79E528275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 small web service with clear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8029E4-9016-4698-88C7-E95870EE4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4627CB-7F42-4223-8086-3B517D568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5240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8CD61-B146-42AA-B527-B7C9609BE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954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BROWSER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FC19E3-7767-409D-B0FE-C00C7F30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16573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HTML · CSS · JavaScript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6F4324-6FFF-4C89-BB08-540989BD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6478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Session login · workspace cookie · browser setup backup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494122-5ECF-43DA-99F9-77ED22829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908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2BF394-671C-4EAE-B50F-7B5A6411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7622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05EA64-60D8-4D9A-9AC0-72C959477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7241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FastAPI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77D44C-0E0D-478E-A97D-1750150A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146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Routes · authentication · scan orchestration · email · export · AI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6960D8-0230-4B0E-890D-3D172548C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1DC8E0-0F0A-4580-A7B8-68BDEE738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8290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A303DF-F2DE-4924-AA99-C4C79B9E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37909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Python services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90B914-341C-490B-86D4-C6B5F0987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7814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Collectors · aliases · CVE extraction · severity · prioritization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0FEB82-C08E-437C-879E-8C9D47D47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24400"/>
            <a:ext cx="1009650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F42C1F6-5852-4D0C-9112-1F9F05D43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1714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3056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DATA &amp; PROVIDERS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2B4805-C203-4DD8-B9B8-0142444B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48577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48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SQLite + environment secrets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3F1EF3-0655-47FF-B2C3-10C8770C6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848225"/>
            <a:ext cx="471487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Workspace-scoped records · Zoho/SMTP · Ollama · Render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06D1CE-77BE-4AE0-9504-F545CD501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10188467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BCAE91-FB0B-4326-A642-F682E11A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SECURITY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44E5A-43F9-4E88-BB0D-EFD9220A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What is protected—and what is temporary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2F628-7390-4746-9248-0EAB4272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42E269-7CC9-4D61-968A-0EE589F7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280F7-881D-4462-9C0B-957E29024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Authentication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4BE2B-153F-462F-94B7-ADA2C9EE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23B85-0E56-43F7-8F2A-CEBDFA29A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Shared demonstration identity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B165B3-B5A7-4F22-BD54-9FF6D90B1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C1D114-7872-4E51-98DA-4D0913A8F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Password stored as a one-way hash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399901-B9F0-4FA8-AD14-FF17880F7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966E0-8730-43D4-A284-F97C9259F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Protected session cookie without a persistent expiry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2035B6-3394-4032-AEEA-C5FF551C3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DFF7F4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0871ACA-4103-48E1-9691-272AEC830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Isolation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176F1B-13A9-433A-B665-D13367CA1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89E1413-2088-44C4-B13B-C6ABEF7B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Persistent random browser workspace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325F86-461E-4610-938F-88F8CB7A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650FE2-C785-4832-B9ED-802F91C6B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Every API query is scoped to that workspace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63564E-4A0F-406E-9A98-2884815EC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5325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80F2DF-569E-4BB8-837B-5AE29BA05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Another computer receives a different workspace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43800A-D254-4BD9-9CCB-30514022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714500"/>
            <a:ext cx="3333750" cy="3857625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4F9FB"/>
          </a:solidFill>
          <a:ln xmlns:a="http://schemas.openxmlformats.org/drawingml/2006/main" w="9525">
            <a:solidFill>
              <a:srgbClr val="D8E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FC6F52-153B-48BA-8887-240CEC6F2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00250"/>
            <a:ext cx="276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8611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Secrets &amp; data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0E6172F-ABF6-45CC-A363-6EA185F6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146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ABDA7F-051E-49AD-9546-3C3EC646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6479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Provider keys stay in server environment settings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0C9611-05C2-4A58-B5A7-2C50D2833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49567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05FDD1-C3E6-44C5-88B8-B692A5BE7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4290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No personal user email-account registration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1571343-1F98-4D50-BF44-0058BA061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767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5002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5203508-58A0-40D5-9208-D01B5E360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2100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Findings, reviews, and chats are temporary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58AE886-AF4D-4009-ABF2-1EDE214A7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88262709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9DF147-BCD2-429B-812D-A42E690E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"/>
            <a:ext cx="666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0F766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F766E"/>
                </a:solidFill>
                <a:latin typeface="Aptos"/>
                <a:ea typeface="Aptos"/>
                <a:cs typeface="Aptos"/>
              </a:rPr>
              <a:t>BUILT-IN DOCUMENTATION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EB0906-6B77-46C8-B2EB-51522FB95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667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The website explains itself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A613DA-ED0D-4F46-AE21-1B0CACEBD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381000"/>
            <a:ext cx="419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2d0001bbca44f2"/>
          <a:srcRect xmlns:a="http://schemas.openxmlformats.org/drawingml/2006/main" l="0" t="40265" r="0" b="402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504950"/>
            <a:ext cx="7429500" cy="4476750"/>
          </a:xfrm>
          <a:prstGeom xmlns:a="http://schemas.openxmlformats.org/drawingml/2006/main" prst="roundRect">
            <a:avLst>
              <a:gd name="adj" fmla="val 255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1C92548-372D-4E36-8937-19380F4F1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76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Quick-start guide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3E25C7-0E5D-4B7A-9696-A2DA42513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002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Four steps explain the complete scan workflow.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4AE8E-7D52-488B-ACB6-95BE47DF7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908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Technical transparency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9A58FF-94BA-4A98-AA5F-1EA810A0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3147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Architecture, privacy, email, AI, and limitations are documented.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FC26BD-1E24-44FD-89EE-8EC9937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3053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5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63E62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63E62"/>
                </a:solidFill>
                <a:latin typeface="Aptos"/>
                <a:ea typeface="Aptos"/>
                <a:cs typeface="Aptos"/>
              </a:rPr>
              <a:t>Portable briefing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C9D96-ACA0-492D-878D-26E3412AB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62915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7483"/>
                </a:solidFill>
                <a:latin typeface="Aptos"/>
                <a:ea typeface="Aptos"/>
                <a:cs typeface="Aptos"/>
              </a:rPr>
              <a:t>The Download PowerPoint button serves this deck directly from the site.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E5837F-2125-4953-83A5-4141E0D7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8652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7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E7483"/>
                </a:solidFill>
                <a:latin typeface="Aptos"/>
                <a:ea typeface="Aptos"/>
                <a:cs typeface="Aptos"/>
              </a:defRPr>
            </a:pPr>
            <a:r>
              <a:rPr sz="750" b="1">
                <a:solidFill>
                  <a:srgbClr val="5E7483"/>
                </a:solidFill>
                <a:latin typeface="Aptos"/>
                <a:ea typeface="Aptos"/>
                <a:cs typeface="Aptos"/>
              </a:rPr>
              <a:t>MY THREATLENS · INTERNSHIP PROJECT</a:t>
            </a:r>
          </a:p>
        </p:txBody>
      </p:sp>
    </p:spTree>
    <p:extLst>
      <p:ext uri="{BB962C8B-B14F-4D97-AF65-F5344CB8AC3E}">
        <p14:creationId xmlns:p14="http://schemas.microsoft.com/office/powerpoint/2010/main" val="38633940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63E6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4dfce15f17453f"/>
          <a:stretch xmlns:a="http://schemas.openxmlformats.org/drawingml/2006/main"/>
        </p:blipFill>
        <p:spPr>
          <a:xfrm xmlns:a="http://schemas.openxmlformats.org/drawingml/2006/main">
            <a:off x="619125" y="680524"/>
            <a:ext cx="1428750" cy="543951"/>
          </a:xfrm>
          <a:prstGeom xmlns:a="http://schemas.openxmlformats.org/drawingml/2006/main" prst="roundRect">
            <a:avLst>
              <a:gd name="adj" fmla="val 13043"/>
            </a:avLst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8825FD-F5D4-4438-920E-0AB1F9B07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809750"/>
            <a:ext cx="7239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clearer path from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headline to action.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EDDCFB-D90C-460C-A20E-17E5DD65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38550"/>
            <a:ext cx="666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CBE7E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CBE7ED"/>
                </a:solidFill>
                <a:latin typeface="Aptos"/>
                <a:ea typeface="Aptos"/>
                <a:cs typeface="Aptos"/>
              </a:rPr>
              <a:t>Scope the technologies. Scan trusted intelligence. Validate the evidence. Share the necessary action.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5C188F-D281-4156-896F-8837E948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524000"/>
            <a:ext cx="31432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>
              <a:alpha val="7059"/>
            </a:srgbClr>
          </a:solidFill>
          <a:ln xmlns:a="http://schemas.openxmlformats.org/drawingml/2006/main" w="9525">
            <a:solidFill>
              <a:srgbClr val="3B789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A948CF-E507-45A4-B317-B11F6A32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28800"/>
            <a:ext cx="25241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029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Operate responsibly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E760D3-B5B5-4E07-9A5B-2E996453F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400300"/>
            <a:ext cx="238125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8148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1  Run a fresh scan after scope changes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2  Check source coverage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3  Validate against the asset inventory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0">
                <a:solidFill>
                  <a:srgbClr val="D8EEF4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EEF4"/>
                </a:solidFill>
                <a:latin typeface="Aptos"/>
                <a:ea typeface="Aptos"/>
                <a:cs typeface="Aptos"/>
              </a:rPr>
              <a:t>4  Use primary advisories for action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07E904-0762-45CA-9019-A5C826F03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1912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9230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90C8D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90C8D4"/>
                </a:solidFill>
                <a:latin typeface="Aptos"/>
                <a:ea typeface="Aptos"/>
                <a:cs typeface="Aptos"/>
              </a:rPr>
              <a:t>My ThreatLens · 2026</a:t>
            </a:r>
          </a:p>
        </p:txBody>
      </p:sp>
    </p:spTree>
    <p:extLst>
      <p:ext uri="{BB962C8B-B14F-4D97-AF65-F5344CB8AC3E}">
        <p14:creationId xmlns:p14="http://schemas.microsoft.com/office/powerpoint/2010/main" val="20663305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2026-08-16T20:31:11.3580000Z</dcterms:created>
  <dcterms:modified xsi:type="dcterms:W3CDTF">2026-08-16T20:31:11.3580000Z</dcterms:modified>
</coreProperties>
</file>